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racHIV">
  <a:themeElements>
    <a:clrScheme name="FracHIV">
      <a:dk1>
        <a:srgbClr val="0A1B30"/>
      </a:dk1>
      <a:lt1>
        <a:srgbClr val="FFFFFF"/>
      </a:lt1>
      <a:dk2>
        <a:srgbClr val="142030"/>
      </a:dk2>
      <a:lt2>
        <a:srgbClr val="E8F2FA"/>
      </a:lt2>
      <a:accent1>
        <a:srgbClr val="007E70"/>
      </a:accent1>
      <a:accent2>
        <a:srgbClr val="004A80"/>
      </a:accent2>
      <a:accent3>
        <a:srgbClr val="CC9900"/>
      </a:accent3>
      <a:accent4>
        <a:srgbClr val="B44146"/>
      </a:accent4>
      <a:accent5>
        <a:srgbClr val="525E6C"/>
      </a:accent5>
      <a:accent6>
        <a:srgbClr val="D8E2EB"/>
      </a:accent6>
      <a:hlink>
        <a:srgbClr val="004A80"/>
      </a:hlink>
      <a:folHlink>
        <a:srgbClr val="007E70"/>
      </a:folHlink>
    </a:clrScheme>
    <a:fontScheme name="Inter">
      <a:majorFont>
        <a:latin typeface="Inter"/>
      </a:majorFont>
      <a:minorFont>
        <a:latin typeface="Inter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Fractional-Order HIV SITA Model</dc:title>
  <dc:creator>NDACYAYISABA Lambert</dc:creator>
  <cp:lastModifiedBy>Codex</cp:lastModifiedBy>
  <dcterms:created xsi:type="dcterms:W3CDTF">2026-06-11T10:11:08Z</dcterms:created>
  <dcterms:modified xsi:type="dcterms:W3CDTF">2026-06-11T10:11:08Z</dcterms:modified>
</cp:coreProperties>
</file>